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60" r:id="rId4"/>
    <p:sldId id="257" r:id="rId5"/>
    <p:sldId id="276" r:id="rId6"/>
    <p:sldId id="259" r:id="rId7"/>
    <p:sldId id="261" r:id="rId8"/>
    <p:sldId id="262" r:id="rId9"/>
    <p:sldId id="263" r:id="rId10"/>
    <p:sldId id="264" r:id="rId11"/>
    <p:sldId id="265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66" r:id="rId22"/>
    <p:sldId id="277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4860"/>
    <a:srgbClr val="71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14" autoAdjust="0"/>
    <p:restoredTop sz="50000"/>
  </p:normalViewPr>
  <p:slideViewPr>
    <p:cSldViewPr snapToGrid="0">
      <p:cViewPr varScale="1">
        <p:scale>
          <a:sx n="44" d="100"/>
          <a:sy n="44" d="100"/>
        </p:scale>
        <p:origin x="1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tags" Target="tags/tag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C8C15-5FD1-4CB2-9854-15219E5A5FA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6AC8-F3D1-459E-A75E-90130A65D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32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748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96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27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32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122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1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33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08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79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108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71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504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475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780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119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221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457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94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670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6AC8-F3D1-459E-A75E-90130A65DAE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11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/>
              <a:t>模板来自于 </a:t>
            </a:r>
            <a:r>
              <a:rPr lang="en-US" altLang="zh-CN" smtClean="0"/>
              <a:t>http://www.ypppt.com</a:t>
            </a:r>
            <a:endParaRPr lang="zh-CN" altLang="en-US" dirty="0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 smtClean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85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9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9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2279"/>
            <a:ext cx="12192000" cy="6950279"/>
          </a:xfrm>
          <a:prstGeom prst="rect">
            <a:avLst/>
          </a:prstGeom>
        </p:spPr>
      </p:pic>
      <p:sp>
        <p:nvSpPr>
          <p:cNvPr id="17" name="椭圆 16"/>
          <p:cNvSpPr/>
          <p:nvPr userDrawn="1"/>
        </p:nvSpPr>
        <p:spPr>
          <a:xfrm>
            <a:off x="1130300" y="-1663700"/>
            <a:ext cx="10185399" cy="1018539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2107802" y="-609997"/>
            <a:ext cx="7988697" cy="798869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/>
        </p:nvSpPr>
        <p:spPr>
          <a:xfrm>
            <a:off x="3259035" y="418896"/>
            <a:ext cx="5927928" cy="59279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 userDrawn="1"/>
        </p:nvSpPr>
        <p:spPr>
          <a:xfrm>
            <a:off x="4826000" y="1968500"/>
            <a:ext cx="2781300" cy="27813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963179">
            <a:off x="4529062" y="-296111"/>
            <a:ext cx="12577663" cy="165210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965287" y="-833773"/>
            <a:ext cx="9376088" cy="204093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27743" y="119022"/>
            <a:ext cx="2242112" cy="1593774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7935" y="-214674"/>
            <a:ext cx="1114745" cy="201361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553072" y="54626"/>
            <a:ext cx="1114745" cy="188969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062194" y="516353"/>
            <a:ext cx="1114745" cy="236676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415238" y="-356917"/>
            <a:ext cx="1114745" cy="228002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889353" y="-509103"/>
            <a:ext cx="1114745" cy="2366767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114493" y="1721956"/>
            <a:ext cx="1114745" cy="2366767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845025" y="1027674"/>
            <a:ext cx="1114745" cy="188969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63802" y="-924300"/>
            <a:ext cx="1114745" cy="228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5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 userDrawn="1"/>
        </p:nvSpPr>
        <p:spPr>
          <a:xfrm>
            <a:off x="1130300" y="-1663700"/>
            <a:ext cx="10185399" cy="1018539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2107802" y="-609997"/>
            <a:ext cx="7988697" cy="798869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3259035" y="418896"/>
            <a:ext cx="5927928" cy="59279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/>
        </p:nvSpPr>
        <p:spPr>
          <a:xfrm>
            <a:off x="4826000" y="1968500"/>
            <a:ext cx="2781300" cy="27813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9337" y="-509104"/>
            <a:ext cx="12577663" cy="165210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78188" y="-504113"/>
            <a:ext cx="9376088" cy="204093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088671" y="2026635"/>
            <a:ext cx="4268655" cy="3034314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7935" y="-214674"/>
            <a:ext cx="1114745" cy="201361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553072" y="54626"/>
            <a:ext cx="1114745" cy="188969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062194" y="516353"/>
            <a:ext cx="1114745" cy="236676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415238" y="-356917"/>
            <a:ext cx="1114745" cy="228002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889353" y="-509103"/>
            <a:ext cx="1114745" cy="2366767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114493" y="1721956"/>
            <a:ext cx="1114745" cy="2366767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845025" y="1027674"/>
            <a:ext cx="1114745" cy="188969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63802" y="-924300"/>
            <a:ext cx="1114745" cy="228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3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53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6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16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6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60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54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11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7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49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473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10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479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42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559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488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429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39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036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512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00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83BEA-517A-4791-BCAB-B27BDBE1CD43}" type="datetimeFigureOut">
              <a:rPr lang="zh-CN" altLang="en-US" smtClean="0"/>
              <a:t>20/6/12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C79C2-5BC2-434A-AC42-4723C01CD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929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13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emf"/><Relationship Id="rId1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9" Type="http://schemas.openxmlformats.org/officeDocument/2006/relationships/image" Target="../media/image8.emf"/><Relationship Id="rId10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14.emf"/><Relationship Id="rId7" Type="http://schemas.openxmlformats.org/officeDocument/2006/relationships/image" Target="../media/image10.emf"/><Relationship Id="rId8" Type="http://schemas.openxmlformats.org/officeDocument/2006/relationships/image" Target="../media/image11.emf"/><Relationship Id="rId9" Type="http://schemas.openxmlformats.org/officeDocument/2006/relationships/image" Target="../media/image12.emf"/><Relationship Id="rId10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10.emf"/><Relationship Id="rId7" Type="http://schemas.openxmlformats.org/officeDocument/2006/relationships/image" Target="../media/image11.emf"/><Relationship Id="rId8" Type="http://schemas.openxmlformats.org/officeDocument/2006/relationships/image" Target="../media/image12.emf"/><Relationship Id="rId9" Type="http://schemas.openxmlformats.org/officeDocument/2006/relationships/image" Target="../media/image15.emf"/><Relationship Id="rId10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10.emf"/><Relationship Id="rId7" Type="http://schemas.openxmlformats.org/officeDocument/2006/relationships/image" Target="../media/image11.emf"/><Relationship Id="rId8" Type="http://schemas.openxmlformats.org/officeDocument/2006/relationships/image" Target="../media/image12.emf"/><Relationship Id="rId9" Type="http://schemas.openxmlformats.org/officeDocument/2006/relationships/image" Target="../media/image15.emf"/><Relationship Id="rId10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4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4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pppt.com/moban/" TargetMode="External"/><Relationship Id="rId4" Type="http://schemas.openxmlformats.org/officeDocument/2006/relationships/hyperlink" Target="http://www.ypppt.com/jieri/" TargetMode="External"/><Relationship Id="rId5" Type="http://schemas.openxmlformats.org/officeDocument/2006/relationships/hyperlink" Target="http://www.ypppt.com/beijing/" TargetMode="External"/><Relationship Id="rId6" Type="http://schemas.openxmlformats.org/officeDocument/2006/relationships/hyperlink" Target="http://www.ypppt.com/tubiao/" TargetMode="External"/><Relationship Id="rId7" Type="http://schemas.openxmlformats.org/officeDocument/2006/relationships/hyperlink" Target="http://www.ypppt.com/sucai/" TargetMode="External"/><Relationship Id="rId8" Type="http://schemas.openxmlformats.org/officeDocument/2006/relationships/hyperlink" Target="http://www.ypppt.com/jiaocheng/" TargetMode="External"/><Relationship Id="rId9" Type="http://schemas.openxmlformats.org/officeDocument/2006/relationships/hyperlink" Target="http://www.ypppt.com/ziti/" TargetMode="External"/><Relationship Id="rId10" Type="http://schemas.openxmlformats.org/officeDocument/2006/relationships/hyperlink" Target="http://www.ypppt.com/gushi/" TargetMode="External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279"/>
            <a:ext cx="12192000" cy="6950279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1130300" y="-1663700"/>
            <a:ext cx="10185399" cy="1018539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107802" y="-609997"/>
            <a:ext cx="7988697" cy="798869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3259035" y="418896"/>
            <a:ext cx="5927928" cy="59279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3200" dirty="0">
              <a:solidFill>
                <a:schemeClr val="bg1"/>
              </a:solidFill>
              <a:latin typeface="Tw Cen MT Condensed Extra Bold" charset="0"/>
              <a:ea typeface="Tw Cen MT Condensed Extra Bold" charset="0"/>
              <a:cs typeface="Tw Cen MT Condensed Extra Bold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26000" y="1968500"/>
            <a:ext cx="2781300" cy="27813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37" y="-509104"/>
            <a:ext cx="12577663" cy="165210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8188" y="-504113"/>
            <a:ext cx="9376088" cy="204093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2511" y="-214674"/>
            <a:ext cx="1721250" cy="310916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96" y="54479"/>
            <a:ext cx="1721250" cy="29178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7618" y="516352"/>
            <a:ext cx="1721250" cy="365446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0662" y="-356917"/>
            <a:ext cx="1721250" cy="352053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9950" y="-509104"/>
            <a:ext cx="1721250" cy="365446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89069" y="1721955"/>
            <a:ext cx="1721250" cy="365446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0449" y="1027674"/>
            <a:ext cx="1721250" cy="291783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6585" y="-825024"/>
            <a:ext cx="1721250" cy="2831523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047" y="3257084"/>
            <a:ext cx="1352373" cy="3111158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621" y="3208796"/>
            <a:ext cx="1814397" cy="3371064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1506" y="4266585"/>
            <a:ext cx="1460823" cy="267854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06494" y="2089815"/>
            <a:ext cx="780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Celebrate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5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&amp;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10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Years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kumimoji="1" lang="en-US" altLang="zh-CN" sz="4000" b="1" dirty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A</a:t>
            </a:r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nniversary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 </a:t>
            </a:r>
            <a:r>
              <a:rPr kumimoji="1" lang="en-US" altLang="zh-CN" sz="4000" b="1" dirty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F</a:t>
            </a:r>
            <a:r>
              <a:rPr kumimoji="1" lang="en-US" altLang="zh-CN" sz="4000" b="1" dirty="0" smtClean="0">
                <a:solidFill>
                  <a:schemeClr val="bg1"/>
                </a:solidFill>
                <a:latin typeface="Tw Cen MT Condensed Extra Bold" charset="0"/>
                <a:ea typeface="Tw Cen MT Condensed Extra Bold" charset="0"/>
                <a:cs typeface="Tw Cen MT Condensed Extra Bold" charset="0"/>
              </a:rPr>
              <a:t>or</a:t>
            </a:r>
            <a:endParaRPr kumimoji="1" lang="zh-CN" altLang="en-US" sz="4000" b="1" dirty="0" smtClean="0">
              <a:solidFill>
                <a:schemeClr val="bg1"/>
              </a:solidFill>
              <a:latin typeface="Tw Cen MT Condensed Extra Bold" charset="0"/>
              <a:ea typeface="Tw Cen MT Condensed Extra Bold" charset="0"/>
              <a:cs typeface="Tw Cen MT Condensed Extra Bold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44697" y="3060202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en-US" altLang="zh-CN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                Chun          Ricky</a:t>
            </a:r>
            <a:endParaRPr kumimoji="1" lang="zh-CN" altLang="en-US" sz="3200" dirty="0">
              <a:solidFill>
                <a:schemeClr val="bg1"/>
              </a:solidFill>
              <a:latin typeface="Tw Cen MT" charset="0"/>
              <a:ea typeface="Tw Cen MT" charset="0"/>
              <a:cs typeface="Tw Cen MT" charset="0"/>
            </a:endParaRPr>
          </a:p>
          <a:p>
            <a:r>
              <a:rPr kumimoji="1" lang="en-US" altLang="zh-CN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                </a:t>
            </a:r>
            <a:r>
              <a:rPr kumimoji="1" lang="en-US" altLang="zh-CN" sz="3200" dirty="0" err="1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Beiyuan</a:t>
            </a:r>
            <a:r>
              <a:rPr kumimoji="1" lang="zh-CN" altLang="en-US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  </a:t>
            </a:r>
            <a:r>
              <a:rPr kumimoji="1" lang="en-US" altLang="zh-CN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Bob</a:t>
            </a:r>
            <a:endParaRPr kumimoji="1" lang="zh-CN" altLang="en-US" sz="3200" dirty="0">
              <a:solidFill>
                <a:schemeClr val="bg1"/>
              </a:solidFill>
              <a:latin typeface="Tw Cen MT" charset="0"/>
              <a:ea typeface="Tw Cen MT" charset="0"/>
              <a:cs typeface="Tw Cen MT" charset="0"/>
            </a:endParaRPr>
          </a:p>
          <a:p>
            <a:r>
              <a:rPr kumimoji="1" lang="en-US" altLang="zh-CN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                Cary</a:t>
            </a:r>
            <a:r>
              <a:rPr kumimoji="1" lang="zh-CN" altLang="en-US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        </a:t>
            </a:r>
            <a:r>
              <a:rPr kumimoji="1" lang="en-US" altLang="zh-CN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Leon</a:t>
            </a:r>
            <a:endParaRPr kumimoji="1" lang="zh-CN" altLang="en-US" sz="3200" dirty="0">
              <a:solidFill>
                <a:schemeClr val="bg1"/>
              </a:solidFill>
              <a:latin typeface="Tw Cen MT" charset="0"/>
              <a:ea typeface="Tw Cen MT" charset="0"/>
              <a:cs typeface="Tw Cen MT" charset="0"/>
            </a:endParaRPr>
          </a:p>
          <a:p>
            <a:r>
              <a:rPr kumimoji="1" lang="en-US" altLang="zh-CN" sz="3200" dirty="0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                  </a:t>
            </a:r>
            <a:r>
              <a:rPr kumimoji="1" lang="en-US" altLang="zh-CN" sz="3200" dirty="0" err="1" smtClean="0">
                <a:solidFill>
                  <a:schemeClr val="bg1"/>
                </a:solidFill>
                <a:latin typeface="Tw Cen MT" charset="0"/>
                <a:ea typeface="Tw Cen MT" charset="0"/>
                <a:cs typeface="Tw Cen MT" charset="0"/>
              </a:rPr>
              <a:t>Yoken</a:t>
            </a:r>
            <a:endParaRPr kumimoji="1" lang="zh-CN" altLang="en-US" sz="3200" dirty="0">
              <a:solidFill>
                <a:schemeClr val="bg1"/>
              </a:solidFill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95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" presetClass="entr" presetSubtype="4" fill="hold" nodeType="clickEffect" p14:presetBounceEnd="7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91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92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3" presetID="2" presetClass="entr" presetSubtype="4" fill="hold" nodeType="withEffect" p14:presetBounceEnd="7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95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96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2" presetClass="entr" presetSubtype="4" fill="hold" nodeType="withEffect" p14:presetBounceEnd="7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99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100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9" grpId="1" animBg="1"/>
          <p:bldP spid="8" grpId="0" animBg="1"/>
          <p:bldP spid="8" grpId="1" animBg="1"/>
          <p:bldP spid="7" grpId="0" animBg="1"/>
          <p:bldP spid="7" grpId="1" animBg="1"/>
          <p:bldP spid="6" grpId="0" animBg="1"/>
          <p:bldP spid="6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0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0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" presetClass="entr" presetSubtype="4" fill="hold" nodeType="click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9" grpId="1" animBg="1"/>
          <p:bldP spid="8" grpId="0" animBg="1"/>
          <p:bldP spid="8" grpId="1" animBg="1"/>
          <p:bldP spid="7" grpId="0" animBg="1"/>
          <p:bldP spid="7" grpId="1" animBg="1"/>
          <p:bldP spid="6" grpId="0" animBg="1"/>
          <p:bldP spid="6" grpId="1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51200" y="5689600"/>
            <a:ext cx="5965371" cy="696686"/>
            <a:chOff x="3251200" y="5689600"/>
            <a:chExt cx="5965371" cy="696686"/>
          </a:xfrm>
        </p:grpSpPr>
        <p:sp>
          <p:nvSpPr>
            <p:cNvPr id="3" name="矩形: 圆角 2"/>
            <p:cNvSpPr/>
            <p:nvPr/>
          </p:nvSpPr>
          <p:spPr>
            <a:xfrm>
              <a:off x="3251200" y="5689600"/>
              <a:ext cx="5965371" cy="696686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3425371" y="5776333"/>
              <a:ext cx="560251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请在此处添加详细描述文本，尽量与标题文本语言风格相符合，语言描述尽量简洁生动。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857" y="1954987"/>
            <a:ext cx="5067886" cy="3379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3182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279"/>
            <a:ext cx="12192000" cy="6950279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1130300" y="-1663700"/>
            <a:ext cx="10185399" cy="1018539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107802" y="-609997"/>
            <a:ext cx="7988697" cy="798869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259035" y="418896"/>
            <a:ext cx="5927928" cy="59279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826000" y="1968500"/>
            <a:ext cx="2781300" cy="27813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37" y="-509104"/>
            <a:ext cx="12577663" cy="165210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8188" y="-504113"/>
            <a:ext cx="9376088" cy="204093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450" y="1243893"/>
            <a:ext cx="2358390" cy="317853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5359" y="2093724"/>
            <a:ext cx="1525380" cy="350916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337" y="2608149"/>
            <a:ext cx="2135880" cy="396836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0989" y="3614849"/>
            <a:ext cx="1832303" cy="33596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2263" y="3115747"/>
            <a:ext cx="2213070" cy="37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5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nodeType="withEffect" p14:presetBounceEnd="48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47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48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nodeType="withEffect" p14:presetBounceEnd="48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5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 p14:presetBounceEnd="48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5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56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nodeType="withEffect" p14:presetBounceEnd="48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6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5" grpId="1" animBg="1"/>
          <p:bldP spid="16" grpId="0" animBg="1"/>
          <p:bldP spid="16" grpId="1" animBg="1"/>
          <p:bldP spid="17" grpId="0" animBg="1"/>
          <p:bldP spid="17" grpId="1" animBg="1"/>
          <p:bldP spid="18" grpId="0" animBg="1"/>
          <p:bldP spid="1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5" grpId="1" animBg="1"/>
          <p:bldP spid="16" grpId="0" animBg="1"/>
          <p:bldP spid="16" grpId="1" animBg="1"/>
          <p:bldP spid="17" grpId="0" animBg="1"/>
          <p:bldP spid="17" grpId="1" animBg="1"/>
          <p:bldP spid="18" grpId="0" animBg="1"/>
          <p:bldP spid="18" grpId="1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279"/>
            <a:ext cx="12192000" cy="6950279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1130300" y="-1663700"/>
            <a:ext cx="10185399" cy="1018539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107802" y="-609997"/>
            <a:ext cx="7988697" cy="798869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259035" y="418896"/>
            <a:ext cx="5927928" cy="59279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826000" y="1968500"/>
            <a:ext cx="2781300" cy="27813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37" y="-509104"/>
            <a:ext cx="12577663" cy="165210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8188" y="-504113"/>
            <a:ext cx="9376088" cy="204093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359" y="2093724"/>
            <a:ext cx="1525380" cy="350916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337" y="2608149"/>
            <a:ext cx="2135880" cy="396836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0989" y="3614849"/>
            <a:ext cx="1832303" cy="33596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263" y="3115747"/>
            <a:ext cx="2213070" cy="373524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6000" y="4611683"/>
            <a:ext cx="2635290" cy="1873259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771900" y="1243893"/>
            <a:ext cx="4273550" cy="3267598"/>
            <a:chOff x="3771900" y="1243893"/>
            <a:chExt cx="4273550" cy="3267598"/>
          </a:xfrm>
        </p:grpSpPr>
        <p:sp>
          <p:nvSpPr>
            <p:cNvPr id="21" name="任意多边形: 形状 20"/>
            <p:cNvSpPr/>
            <p:nvPr/>
          </p:nvSpPr>
          <p:spPr>
            <a:xfrm flipH="1" flipV="1">
              <a:off x="3771900" y="1243893"/>
              <a:ext cx="4273550" cy="3267598"/>
            </a:xfrm>
            <a:custGeom>
              <a:avLst/>
              <a:gdLst>
                <a:gd name="connsiteX0" fmla="*/ 3657600 w 3657600"/>
                <a:gd name="connsiteY0" fmla="*/ 2928641 h 2928641"/>
                <a:gd name="connsiteX1" fmla="*/ 0 w 3657600"/>
                <a:gd name="connsiteY1" fmla="*/ 2928641 h 2928641"/>
                <a:gd name="connsiteX2" fmla="*/ 0 w 3657600"/>
                <a:gd name="connsiteY2" fmla="*/ 350659 h 2928641"/>
                <a:gd name="connsiteX3" fmla="*/ 1921267 w 3657600"/>
                <a:gd name="connsiteY3" fmla="*/ 350659 h 2928641"/>
                <a:gd name="connsiteX4" fmla="*/ 2004920 w 3657600"/>
                <a:gd name="connsiteY4" fmla="*/ 0 h 2928641"/>
                <a:gd name="connsiteX5" fmla="*/ 2088573 w 3657600"/>
                <a:gd name="connsiteY5" fmla="*/ 350659 h 2928641"/>
                <a:gd name="connsiteX6" fmla="*/ 3657600 w 3657600"/>
                <a:gd name="connsiteY6" fmla="*/ 350659 h 2928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57600" h="2928641">
                  <a:moveTo>
                    <a:pt x="3657600" y="2928641"/>
                  </a:moveTo>
                  <a:lnTo>
                    <a:pt x="0" y="2928641"/>
                  </a:lnTo>
                  <a:lnTo>
                    <a:pt x="0" y="350659"/>
                  </a:lnTo>
                  <a:lnTo>
                    <a:pt x="1921267" y="350659"/>
                  </a:lnTo>
                  <a:lnTo>
                    <a:pt x="2004920" y="0"/>
                  </a:lnTo>
                  <a:lnTo>
                    <a:pt x="2088573" y="350659"/>
                  </a:lnTo>
                  <a:lnTo>
                    <a:pt x="3657600" y="350659"/>
                  </a:lnTo>
                  <a:close/>
                </a:path>
              </a:pathLst>
            </a:custGeom>
            <a:solidFill>
              <a:srgbClr val="AD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08428" y="1396702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请输入你的题目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4221380" y="1968500"/>
              <a:ext cx="3403600" cy="1600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</a:rPr>
                <a:t>请在此处添加详细描述文本，尽量与标题文本语言风格相符合，语言描述尽量简洁生动。请在此处添加详细描述文本，尽量与标题文本语言风格相符合，语言描述尽量简洁生动。请在此处添加详细描述文本，尽量与标题文本语言风格相符合，语言描述尽量简洁生动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50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nodeType="withEffect" p14:presetBounceEnd="48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47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48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nodeType="withEffect" p14:presetBounceEnd="48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5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 p14:presetBounceEnd="48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5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56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nodeType="withEffect" p14:presetBounceEnd="48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5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6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5" grpId="1" animBg="1"/>
          <p:bldP spid="16" grpId="0" animBg="1"/>
          <p:bldP spid="16" grpId="1" animBg="1"/>
          <p:bldP spid="17" grpId="0" animBg="1"/>
          <p:bldP spid="17" grpId="1" animBg="1"/>
          <p:bldP spid="18" grpId="0" animBg="1"/>
          <p:bldP spid="1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5" grpId="1" animBg="1"/>
          <p:bldP spid="16" grpId="0" animBg="1"/>
          <p:bldP spid="16" grpId="1" animBg="1"/>
          <p:bldP spid="17" grpId="0" animBg="1"/>
          <p:bldP spid="17" grpId="1" animBg="1"/>
          <p:bldP spid="18" grpId="0" animBg="1"/>
          <p:bldP spid="18" grpId="1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2279"/>
            <a:ext cx="12192000" cy="6950279"/>
          </a:xfrm>
          <a:prstGeom prst="rect">
            <a:avLst/>
          </a:prstGeom>
        </p:spPr>
      </p:pic>
      <p:sp>
        <p:nvSpPr>
          <p:cNvPr id="30" name="椭圆 29"/>
          <p:cNvSpPr/>
          <p:nvPr/>
        </p:nvSpPr>
        <p:spPr>
          <a:xfrm>
            <a:off x="1130300" y="-1663700"/>
            <a:ext cx="10185399" cy="10185399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2107802" y="-609997"/>
            <a:ext cx="7988697" cy="7988697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3259035" y="418896"/>
            <a:ext cx="5927928" cy="59279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4826000" y="1968500"/>
            <a:ext cx="2781300" cy="2781300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799" y="-696067"/>
            <a:ext cx="12577663" cy="165210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57744" y="-474418"/>
            <a:ext cx="9376088" cy="204093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661" y="3636172"/>
            <a:ext cx="1525380" cy="350916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17" y="3511229"/>
            <a:ext cx="2135880" cy="396836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573" y="3465007"/>
            <a:ext cx="1832303" cy="33596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1358" y="3433555"/>
            <a:ext cx="2213070" cy="3735241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7743" y="119022"/>
            <a:ext cx="2242112" cy="159377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80541" y="1667406"/>
            <a:ext cx="2497506" cy="1603433"/>
            <a:chOff x="780541" y="1667406"/>
            <a:chExt cx="2497506" cy="1603433"/>
          </a:xfrm>
        </p:grpSpPr>
        <p:sp>
          <p:nvSpPr>
            <p:cNvPr id="3" name="对话气泡: 圆角矩形 2"/>
            <p:cNvSpPr/>
            <p:nvPr/>
          </p:nvSpPr>
          <p:spPr>
            <a:xfrm>
              <a:off x="780541" y="1667406"/>
              <a:ext cx="2393183" cy="1603433"/>
            </a:xfrm>
            <a:prstGeom prst="wedgeRoundRectCallout">
              <a:avLst/>
            </a:prstGeom>
            <a:solidFill>
              <a:srgbClr val="AD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02116" y="1934248"/>
              <a:ext cx="247593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请在此处添加详细描述文本，尽量与标题文本语言风格相符合，语言描述尽量简洁生动。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661308" y="1846972"/>
            <a:ext cx="2475931" cy="1603433"/>
            <a:chOff x="3661308" y="1846972"/>
            <a:chExt cx="2475931" cy="1603433"/>
          </a:xfrm>
        </p:grpSpPr>
        <p:sp>
          <p:nvSpPr>
            <p:cNvPr id="21" name="对话气泡: 圆角矩形 20"/>
            <p:cNvSpPr/>
            <p:nvPr/>
          </p:nvSpPr>
          <p:spPr>
            <a:xfrm>
              <a:off x="3667654" y="1846972"/>
              <a:ext cx="2393183" cy="1603433"/>
            </a:xfrm>
            <a:prstGeom prst="wedgeRoundRectCallout">
              <a:avLst/>
            </a:prstGeom>
            <a:solidFill>
              <a:srgbClr val="AD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661308" y="2096679"/>
              <a:ext cx="247593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请在此处添加详细描述文本，尽量与标题文本语言风格相符合，语言描述尽量简洁生动。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541390" y="1882802"/>
            <a:ext cx="2475931" cy="1603433"/>
            <a:chOff x="6541390" y="1882802"/>
            <a:chExt cx="2475931" cy="1603433"/>
          </a:xfrm>
        </p:grpSpPr>
        <p:sp>
          <p:nvSpPr>
            <p:cNvPr id="19" name="对话气泡: 圆角矩形 18"/>
            <p:cNvSpPr/>
            <p:nvPr/>
          </p:nvSpPr>
          <p:spPr>
            <a:xfrm flipH="1">
              <a:off x="6576343" y="1882802"/>
              <a:ext cx="2393183" cy="1603433"/>
            </a:xfrm>
            <a:prstGeom prst="wedgeRoundRectCallout">
              <a:avLst/>
            </a:prstGeom>
            <a:solidFill>
              <a:srgbClr val="AD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6541390" y="2038254"/>
              <a:ext cx="247593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请在此处添加详细描述文本，尽量与标题文本语言风格相符合，语言描述尽量简洁生动。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430185" y="1459375"/>
            <a:ext cx="2507168" cy="1603433"/>
            <a:chOff x="9430185" y="1459375"/>
            <a:chExt cx="2507168" cy="1603433"/>
          </a:xfrm>
        </p:grpSpPr>
        <p:sp>
          <p:nvSpPr>
            <p:cNvPr id="22" name="对话气泡: 圆角矩形 21"/>
            <p:cNvSpPr/>
            <p:nvPr/>
          </p:nvSpPr>
          <p:spPr>
            <a:xfrm flipH="1">
              <a:off x="9430185" y="1459375"/>
              <a:ext cx="2393183" cy="1603433"/>
            </a:xfrm>
            <a:prstGeom prst="wedgeRoundRectCallout">
              <a:avLst/>
            </a:prstGeom>
            <a:solidFill>
              <a:srgbClr val="AD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9461422" y="1667406"/>
              <a:ext cx="2475931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请在此处添加详细描述文本，尽量与标题文本语言风格相符合，语言描述尽量简洁生动。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046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3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fill="hold" nodeType="clickEffect" p14:presetBounceEnd="46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49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5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4" fill="hold" nodeType="withEffect" p14:presetBounceEnd="46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53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54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fill="hold" nodeType="withEffect" p14:presetBounceEnd="46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57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58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fill="hold" nodeType="withEffect" p14:presetBounceEnd="46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61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62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0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30" grpId="1" animBg="1"/>
          <p:bldP spid="31" grpId="0" animBg="1"/>
          <p:bldP spid="31" grpId="1" animBg="1"/>
          <p:bldP spid="32" grpId="0" animBg="1"/>
          <p:bldP spid="32" grpId="1" animBg="1"/>
          <p:bldP spid="33" grpId="0" animBg="1"/>
          <p:bldP spid="33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6" presetClass="emp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 tmFilter="0, 0; .2, .5; .8, .5; 1, 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7" dur="500" autoRev="1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26" presetClass="emph" presetSubtype="0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 tmFilter="0, 0; .2, .5; .8, .5; 1, 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0" dur="500" autoRev="1" fill="hold"/>
                                            <p:tgtEl>
                                              <p:spTgt spid="3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26" presetClass="emph" presetSubtype="0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 tmFilter="0, 0; .2, .5; .8, .5; 1, 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3" dur="500" autoRev="1" fill="hold"/>
                                            <p:tgtEl>
                                              <p:spTgt spid="3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26" presetClass="emph" presetSubtype="0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 tmFilter="0, 0; .2, .5; .8, .5; 1, 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36" dur="500" autoRev="1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6" presetClass="entr" presetSubtype="2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1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4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fill="hold" nodeType="click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4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42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5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0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0" grpId="0" animBg="1"/>
          <p:bldP spid="30" grpId="1" animBg="1"/>
          <p:bldP spid="31" grpId="0" animBg="1"/>
          <p:bldP spid="31" grpId="1" animBg="1"/>
          <p:bldP spid="32" grpId="0" animBg="1"/>
          <p:bldP spid="32" grpId="1" animBg="1"/>
          <p:bldP spid="33" grpId="0" animBg="1"/>
          <p:bldP spid="33" grpId="1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5002">
            <a:off x="912000" y="2375901"/>
            <a:ext cx="5067886" cy="3379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7167">
            <a:off x="5665428" y="2629901"/>
            <a:ext cx="5067886" cy="3379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4090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7167">
            <a:off x="5643767" y="2436179"/>
            <a:ext cx="5067886" cy="3379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1871">
            <a:off x="1371600" y="3947885"/>
            <a:ext cx="1582057" cy="2373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8291">
            <a:off x="3062514" y="2939143"/>
            <a:ext cx="1582057" cy="2373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5615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1871">
            <a:off x="1502228" y="3367313"/>
            <a:ext cx="1582057" cy="2373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26900">
            <a:off x="3352799" y="2823028"/>
            <a:ext cx="1582057" cy="2373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8291">
            <a:off x="5112683" y="1970804"/>
            <a:ext cx="2309744" cy="34646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3458">
            <a:off x="7671810" y="3366692"/>
            <a:ext cx="1582057" cy="2373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7559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10" y="2000975"/>
            <a:ext cx="2720339" cy="4080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11" y="2000976"/>
            <a:ext cx="2789033" cy="18595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11" y="4221897"/>
            <a:ext cx="2789033" cy="18595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306" y="2000975"/>
            <a:ext cx="2720339" cy="4080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261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753" y="2247718"/>
            <a:ext cx="2720339" cy="4080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896" y="2247718"/>
            <a:ext cx="2720339" cy="4080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39" y="2247718"/>
            <a:ext cx="2720339" cy="4080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9006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190172" y="2380343"/>
            <a:ext cx="3381828" cy="3381828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143829" y="2380343"/>
            <a:ext cx="3381828" cy="3381828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097486" y="2380343"/>
            <a:ext cx="3381828" cy="3381828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29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872343" y="1596571"/>
            <a:ext cx="4426858" cy="4426858"/>
          </a:xfrm>
          <a:prstGeom prst="ellipse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6640284" y="1944915"/>
            <a:ext cx="2249714" cy="2249714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515427" y="4390573"/>
            <a:ext cx="2249714" cy="2249714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889998" y="3770087"/>
            <a:ext cx="2249714" cy="2249714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62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6270171" y="1901371"/>
            <a:ext cx="4426858" cy="4426858"/>
          </a:xfrm>
          <a:prstGeom prst="ellipse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738914" y="2659742"/>
            <a:ext cx="2721429" cy="2721429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222169" y="3000827"/>
            <a:ext cx="2090059" cy="2090059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331684" y="3251200"/>
            <a:ext cx="1585686" cy="1585686"/>
          </a:xfrm>
          <a:prstGeom prst="ellipse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92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484914" y="1930401"/>
            <a:ext cx="3497943" cy="3991428"/>
          </a:xfrm>
          <a:prstGeom prst="ellipse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1545773" y="2583542"/>
            <a:ext cx="2537600" cy="2895601"/>
          </a:xfrm>
          <a:prstGeom prst="ellipse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8384398" y="2583542"/>
            <a:ext cx="2537600" cy="2895601"/>
          </a:xfrm>
          <a:prstGeom prst="ellipse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586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泪滴形 1"/>
          <p:cNvSpPr/>
          <p:nvPr/>
        </p:nvSpPr>
        <p:spPr>
          <a:xfrm>
            <a:off x="1866021" y="2714172"/>
            <a:ext cx="2467429" cy="2467429"/>
          </a:xfrm>
          <a:prstGeom prst="teardrop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泪滴形 2"/>
          <p:cNvSpPr/>
          <p:nvPr/>
        </p:nvSpPr>
        <p:spPr>
          <a:xfrm rot="18587228">
            <a:off x="4971143" y="3217977"/>
            <a:ext cx="2467429" cy="2467429"/>
          </a:xfrm>
          <a:prstGeom prst="teardrop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泪滴形 3"/>
          <p:cNvSpPr/>
          <p:nvPr/>
        </p:nvSpPr>
        <p:spPr>
          <a:xfrm rot="16008003">
            <a:off x="8009321" y="2714171"/>
            <a:ext cx="2467429" cy="2467429"/>
          </a:xfrm>
          <a:prstGeom prst="teardrop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1494972" y="2394857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菱形 2"/>
          <p:cNvSpPr/>
          <p:nvPr/>
        </p:nvSpPr>
        <p:spPr>
          <a:xfrm>
            <a:off x="4354286" y="2394857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/>
        </p:nvSpPr>
        <p:spPr>
          <a:xfrm>
            <a:off x="7213600" y="2394857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22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3802743" y="1901371"/>
            <a:ext cx="4760686" cy="4760686"/>
          </a:xfrm>
          <a:prstGeom prst="diamond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菱形 2"/>
          <p:cNvSpPr/>
          <p:nvPr/>
        </p:nvSpPr>
        <p:spPr>
          <a:xfrm>
            <a:off x="1618344" y="1908628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/>
        </p:nvSpPr>
        <p:spPr>
          <a:xfrm>
            <a:off x="8011886" y="3570514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3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/>
          <p:cNvSpPr/>
          <p:nvPr/>
        </p:nvSpPr>
        <p:spPr>
          <a:xfrm>
            <a:off x="798286" y="1611086"/>
            <a:ext cx="4760686" cy="4760686"/>
          </a:xfrm>
          <a:prstGeom prst="diamond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菱形 2"/>
          <p:cNvSpPr/>
          <p:nvPr/>
        </p:nvSpPr>
        <p:spPr>
          <a:xfrm>
            <a:off x="5152572" y="1894114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/>
        </p:nvSpPr>
        <p:spPr>
          <a:xfrm>
            <a:off x="7358743" y="2873828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47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020457" y="1843315"/>
            <a:ext cx="4426858" cy="4426858"/>
          </a:xfrm>
          <a:prstGeom prst="ellipse">
            <a:avLst/>
          </a:prstGeom>
          <a:blipFill dpi="0" rotWithShape="1">
            <a:blip r:embed="rId3"/>
            <a:srcRect/>
            <a:tile tx="0" ty="0" sx="20000" sy="2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菱形 2"/>
          <p:cNvSpPr/>
          <p:nvPr/>
        </p:nvSpPr>
        <p:spPr>
          <a:xfrm>
            <a:off x="1161143" y="2627087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/>
        </p:nvSpPr>
        <p:spPr>
          <a:xfrm>
            <a:off x="8447315" y="2561773"/>
            <a:ext cx="2859314" cy="2859314"/>
          </a:xfrm>
          <a:prstGeom prst="diamond">
            <a:avLst/>
          </a:prstGeom>
          <a:blipFill dpi="0" rotWithShape="1">
            <a:blip r:embed="rId3"/>
            <a:srcRect/>
            <a:tile tx="0" ty="0" sx="10000" sy="10000" flip="none" algn="ctr"/>
          </a:blip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70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38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en-US" altLang="zh-CN" sz="280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www.ypppt.com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spc="200" dirty="0" smtClean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2800" spc="2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多精品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资源尽在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优品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www.ypppt.com/moban/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www.ypppt.com/jieri/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www.ypppt.com/beijing/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www.ypppt.com/tubiao/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www.ypppt.com/sucai/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www.ypppt.com/jiaocheng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/</a:t>
            </a:r>
            <a:endParaRPr lang="en-US" altLang="zh-CN" sz="1200" kern="0" dirty="0" smtClean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http://www.ypppt.com/ziti/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绘本故事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http://www.ypppt.com/gushi/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857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298</Words>
  <Application>Microsoft Macintosh PowerPoint</Application>
  <PresentationFormat>宽屏</PresentationFormat>
  <Paragraphs>40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Calibri</vt:lpstr>
      <vt:lpstr>Calibri Light</vt:lpstr>
      <vt:lpstr>Meiryo</vt:lpstr>
      <vt:lpstr>Tw Cen MT</vt:lpstr>
      <vt:lpstr>Tw Cen MT Condensed Extra Bold</vt:lpstr>
      <vt:lpstr>等线</vt:lpstr>
      <vt:lpstr>等线 Light</vt:lpstr>
      <vt:lpstr>宋体</vt:lpstr>
      <vt:lpstr>微软雅黑</vt:lpstr>
      <vt:lpstr>Arial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Microsoft Office 用户</cp:lastModifiedBy>
  <cp:revision>22</cp:revision>
  <dcterms:created xsi:type="dcterms:W3CDTF">2017-05-28T01:38:33Z</dcterms:created>
  <dcterms:modified xsi:type="dcterms:W3CDTF">2020-06-11T17:37:56Z</dcterms:modified>
</cp:coreProperties>
</file>