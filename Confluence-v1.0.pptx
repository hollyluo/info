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56" r:id="rId4"/>
    <p:sldId id="257" r:id="rId5"/>
    <p:sldId id="258" r:id="rId6"/>
    <p:sldId id="259" r:id="rId7"/>
    <p:sldId id="264" r:id="rId8"/>
    <p:sldId id="265" r:id="rId9"/>
    <p:sldId id="266" r:id="rId10"/>
    <p:sldId id="260" r:id="rId11"/>
    <p:sldId id="274" r:id="rId12"/>
    <p:sldId id="275" r:id="rId13"/>
    <p:sldId id="277" r:id="rId14"/>
    <p:sldId id="268" r:id="rId15"/>
    <p:sldId id="269" r:id="rId16"/>
    <p:sldId id="278" r:id="rId17"/>
    <p:sldId id="279" r:id="rId18"/>
    <p:sldId id="270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314"/>
    <p:restoredTop sz="82290"/>
  </p:normalViewPr>
  <p:slideViewPr>
    <p:cSldViewPr snapToGrid="0" snapToObjects="1">
      <p:cViewPr varScale="1">
        <p:scale>
          <a:sx n="77" d="100"/>
          <a:sy n="77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211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604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67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5687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284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8218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337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041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967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993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484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3FF87-F132-DF48-85F2-5DFA0B580246}" type="datetimeFigureOut">
              <a:rPr kumimoji="1" lang="zh-CN" altLang="en-US" smtClean="0"/>
              <a:t>20/4/3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B0AB8-CE11-0144-80C3-CA22F6CCC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51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5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9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00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99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5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2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76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16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28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558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85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1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0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31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40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125585" y="2793076"/>
            <a:ext cx="897775" cy="315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41964" y="2750963"/>
            <a:ext cx="897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smtClean="0">
                <a:solidFill>
                  <a:schemeClr val="accent5">
                    <a:lumMod val="75000"/>
                  </a:schemeClr>
                </a:solidFill>
              </a:rPr>
              <a:t>Team</a:t>
            </a:r>
            <a:endParaRPr kumimoji="1"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261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4925</TotalTime>
  <Words>1</Words>
  <Application>Microsoft Macintosh PowerPoint</Application>
  <PresentationFormat>宽屏</PresentationFormat>
  <Paragraphs>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Calibri</vt:lpstr>
      <vt:lpstr>Calibri Light</vt:lpstr>
      <vt:lpstr>宋体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用户</cp:lastModifiedBy>
  <cp:revision>6</cp:revision>
  <dcterms:created xsi:type="dcterms:W3CDTF">2020-04-03T03:05:18Z</dcterms:created>
  <dcterms:modified xsi:type="dcterms:W3CDTF">2020-04-06T13:10:38Z</dcterms:modified>
</cp:coreProperties>
</file>